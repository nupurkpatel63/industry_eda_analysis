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3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3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9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1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1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0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0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9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9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35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9311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8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7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72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25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3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68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INDUSTRY 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Summary, Insights, and Conclusions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15,000 company records</a:t>
            </a:r>
          </a:p>
          <a:p>
            <a:r>
              <a:rPr dirty="0"/>
              <a:t>Clean dataset with no major quality issues</a:t>
            </a:r>
            <a:r>
              <a:rPr lang="en-IN" dirty="0"/>
              <a:t> like missing data , duplicates ,etc.</a:t>
            </a:r>
            <a:endParaRPr dirty="0"/>
          </a:p>
          <a:p>
            <a:r>
              <a:rPr dirty="0"/>
              <a:t>Multiple industries, countries, and regions represented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Average revenue ≈ $550M</a:t>
            </a:r>
          </a:p>
          <a:p>
            <a:r>
              <a:rPr dirty="0"/>
              <a:t>Average employees ≈ 2,600</a:t>
            </a:r>
          </a:p>
          <a:p>
            <a:r>
              <a:rPr dirty="0"/>
              <a:t>Average profit margin ≈ 25%</a:t>
            </a:r>
          </a:p>
          <a:p>
            <a:r>
              <a:rPr dirty="0"/>
              <a:t>Revenue and employee counts are positively skewed</a:t>
            </a:r>
            <a:endParaRPr lang="en-IN" dirty="0"/>
          </a:p>
          <a:p>
            <a:r>
              <a:rPr lang="en-US" dirty="0"/>
              <a:t>Most companies were founded between 1997 and 2012.</a:t>
            </a:r>
          </a:p>
          <a:p>
            <a:r>
              <a:rPr lang="en-US" dirty="0"/>
              <a:t>Market ratings are centered around 2.5/5, suggesting average market performance.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Boxplots indicated no major outlier concerns.</a:t>
            </a:r>
          </a:p>
          <a:p>
            <a:r>
              <a:rPr lang="en-US" dirty="0"/>
              <a:t>The IQR method detected few or no significant outliers.</a:t>
            </a:r>
          </a:p>
          <a:p>
            <a:r>
              <a:rPr lang="en-US" dirty="0"/>
              <a:t>The Z-score method confirmed the absence of extreme observations.</a:t>
            </a:r>
          </a:p>
          <a:p>
            <a:r>
              <a:rPr lang="en-US" dirty="0"/>
              <a:t>Overall, the dataset appears well-balanced and does not require extensive outlier treatment before further analysis.</a:t>
            </a:r>
            <a:endParaRPr lang="en-IN" dirty="0"/>
          </a:p>
          <a:p>
            <a:r>
              <a:rPr dirty="0"/>
              <a:t>High-revenue companies identified</a:t>
            </a:r>
            <a:r>
              <a:rPr lang="en-IN" dirty="0"/>
              <a:t> </a:t>
            </a:r>
            <a:endParaRPr dirty="0"/>
          </a:p>
          <a:p>
            <a:r>
              <a:rPr dirty="0"/>
              <a:t>Large workforce organizations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Skewness &amp; Kurtosis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Positive skewness in revenue, employees, and customers</a:t>
            </a:r>
          </a:p>
          <a:p>
            <a:r>
              <a:rPr dirty="0"/>
              <a:t>High kurtosis in revenue and employee count</a:t>
            </a:r>
          </a:p>
          <a:p>
            <a:r>
              <a:rPr dirty="0"/>
              <a:t>Presence of extreme high-value companies</a:t>
            </a:r>
            <a:endParaRPr lang="en-IN" dirty="0"/>
          </a:p>
          <a:p>
            <a:r>
              <a:rPr lang="en-US" dirty="0"/>
              <a:t>Distribution asymmetry in business metrics.</a:t>
            </a:r>
          </a:p>
          <a:p>
            <a:r>
              <a:rPr lang="en-US" dirty="0"/>
              <a:t>Existence of large market-leading organizations.</a:t>
            </a:r>
          </a:p>
          <a:p>
            <a:r>
              <a:rPr lang="en-US" dirty="0"/>
              <a:t>Revenue concentration among a small number of firms.</a:t>
            </a:r>
          </a:p>
          <a:p>
            <a:r>
              <a:rPr lang="en-US" dirty="0"/>
              <a:t>Potential outliers that may influence business analysis and forecasting.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strong correlations were found between numerical variables.</a:t>
            </a:r>
            <a:endParaRPr lang="en-IN" dirty="0"/>
          </a:p>
          <a:p>
            <a:r>
              <a:rPr dirty="0"/>
              <a:t>Weak relationship between employee count and revenue</a:t>
            </a:r>
          </a:p>
          <a:p>
            <a:r>
              <a:rPr dirty="0"/>
              <a:t>Weak relationship between customer count and revenue</a:t>
            </a:r>
          </a:p>
          <a:p>
            <a:r>
              <a:rPr dirty="0"/>
              <a:t>Retail and Finance show slightly higher revenues</a:t>
            </a:r>
            <a:endParaRPr lang="en-IN" dirty="0"/>
          </a:p>
          <a:p>
            <a:r>
              <a:rPr lang="en-US" dirty="0"/>
              <a:t>Finance companies have the highest average profit margin.</a:t>
            </a:r>
          </a:p>
          <a:p>
            <a:r>
              <a:rPr lang="en-US" dirty="0"/>
              <a:t>Country-wise differences in revenue are small.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Company size alone does not drive revenue</a:t>
            </a:r>
          </a:p>
          <a:p>
            <a:r>
              <a:rPr dirty="0"/>
              <a:t>Profitability consistent across regions</a:t>
            </a:r>
          </a:p>
          <a:p>
            <a:r>
              <a:rPr dirty="0"/>
              <a:t>Company age has limited impact on revenue</a:t>
            </a:r>
            <a:endParaRPr lang="en-IN" dirty="0"/>
          </a:p>
          <a:p>
            <a:r>
              <a:rPr lang="en-US" dirty="0"/>
              <a:t>Revenue generation is relatively uniform across industries, countries, and regions.</a:t>
            </a:r>
          </a:p>
          <a:p>
            <a:r>
              <a:rPr lang="en-US" dirty="0"/>
              <a:t>Employee count has little impact on revenue performance.</a:t>
            </a:r>
          </a:p>
          <a:p>
            <a:r>
              <a:rPr lang="en-US" dirty="0"/>
              <a:t>Profit margins remain stable across industries and regions.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 and Finance are strong contributors</a:t>
            </a:r>
          </a:p>
          <a:p>
            <a:r>
              <a:rPr dirty="0"/>
              <a:t>Stable profitability across markets</a:t>
            </a:r>
          </a:p>
          <a:p>
            <a:r>
              <a:rPr dirty="0"/>
              <a:t>Useful KPI monitoring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Balanced growth across industries</a:t>
            </a:r>
          </a:p>
          <a:p>
            <a:r>
              <a:rPr dirty="0"/>
              <a:t>Similar revenue potential across founding years</a:t>
            </a:r>
          </a:p>
          <a:p>
            <a:r>
              <a:rPr dirty="0"/>
              <a:t>Stable market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Retail, Finance, and Technology perform strongly</a:t>
            </a:r>
          </a:p>
          <a:p>
            <a:r>
              <a:rPr dirty="0"/>
              <a:t>Finance shows slightly higher profitability</a:t>
            </a:r>
          </a:p>
          <a:p>
            <a:r>
              <a:rPr dirty="0"/>
              <a:t>Competitive industry landscape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depends on multiple variables</a:t>
            </a:r>
          </a:p>
          <a:p>
            <a:r>
              <a:rPr dirty="0"/>
              <a:t>Single-variable prediction is weak</a:t>
            </a:r>
          </a:p>
          <a:p>
            <a:r>
              <a:rPr dirty="0"/>
              <a:t>ML models recommended for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Focus on operational efficiency</a:t>
            </a:r>
          </a:p>
          <a:p>
            <a:r>
              <a:rPr dirty="0"/>
              <a:t>Explore expansion opportunities</a:t>
            </a:r>
          </a:p>
          <a:p>
            <a:r>
              <a:rPr lang="en-US" dirty="0"/>
              <a:t>High-revenue industries such as Retail and Finance present attractive investment opportunities.</a:t>
            </a:r>
          </a:p>
          <a:p>
            <a:r>
              <a:rPr lang="en-US" dirty="0"/>
              <a:t>Increasing workforce size alone may not improve revenue and Focus should be placed on operational efficiency and customer value.</a:t>
            </a:r>
          </a:p>
          <a:p>
            <a:r>
              <a:rPr lang="en-US" dirty="0"/>
              <a:t>Organizations should focus on innovation, customer retention, and operational excellence rather than scale alone.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Balanced and clean dataset</a:t>
            </a:r>
          </a:p>
          <a:p>
            <a:r>
              <a:rPr dirty="0"/>
              <a:t>Moderate competition and stable profitability</a:t>
            </a:r>
          </a:p>
          <a:p>
            <a:r>
              <a:rPr dirty="0"/>
              <a:t>Valuable for BI, forecasting, benchmarking, and strategic planning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107</TotalTime>
  <Words>439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INDUSTRY Dataset Analysis</vt:lpstr>
      <vt:lpstr>Dataset Overview</vt:lpstr>
      <vt:lpstr>Univariate Analysis Insights</vt:lpstr>
      <vt:lpstr>Outlier Analysis</vt:lpstr>
      <vt:lpstr>Skewness &amp; Kurtosis</vt:lpstr>
      <vt:lpstr>Bivariate Analysis</vt:lpstr>
      <vt:lpstr>Multivariate Analysis</vt:lpstr>
      <vt:lpstr>Business Intelligence Insights</vt:lpstr>
      <vt:lpstr>Market Trend Analysis</vt:lpstr>
      <vt:lpstr>Industry Benchmarking</vt:lpstr>
      <vt:lpstr>Revenue Forecasting</vt:lpstr>
      <vt:lpstr>Strategic Decision-Making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kalpesh patel</cp:lastModifiedBy>
  <cp:revision>10</cp:revision>
  <dcterms:created xsi:type="dcterms:W3CDTF">2013-01-27T09:14:16Z</dcterms:created>
  <dcterms:modified xsi:type="dcterms:W3CDTF">2026-06-03T05:31:22Z</dcterms:modified>
  <cp:category/>
</cp:coreProperties>
</file>